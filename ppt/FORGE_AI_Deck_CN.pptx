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0"/>
            <a:ext cx="1188720" cy="27432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503920" y="73152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5486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这不是文献工具。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2402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原生研发平台 — 为全球材料企业而建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化学家打造 · 人在回路中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4048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37856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404164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0120" y="398678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424281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0120" y="418795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从专利中提取 X-Y · 证据分级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44398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64515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60120" y="45902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8463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0120" y="47914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" y="50474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6012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人在回路中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人在回路中 · 输入决定输出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4572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人是决策者，AI 是加速器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发现证据、提取关系、推荐实验。但有经验的工程师仍然判断哪些专利重要、优先测哪些变量、DOE 方案是否在产线上可行。AI 加速苦活。化学家掌握判断。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精准的 VOC = 精准的结果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9019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好的 VOC："UV 固化 PC 硬质涂层，9H 铅笔硬度，550nm 透光率 &gt;90%，1000 次 Taber 磨耗后雾度 &lt;2%"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差的 VOC："我需要更好的涂层"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说出你的材料、目标性能（带数值）、约束条件和应用场景。输入越多，输出越好。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传统研发 vs FORGE 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3931920" cy="35204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传统方式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5156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读客户邮件 · 猜需求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手动搜专利 · 碰运气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5156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50 篇论文 · Excel 记笔记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156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猜 X 变量 · 拍脑袋定 DOE 水平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跑实验 · Excel 分析数据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写报告 · 做 PPT · 汇报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下个项目 · 从零开始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天 · 不能复用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33672" y="2377440"/>
            <a:ext cx="68580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2" name="Shape 20"/>
          <p:cNvSpPr/>
          <p:nvPr/>
        </p:nvSpPr>
        <p:spPr>
          <a:xfrm>
            <a:off x="4270248" y="241401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4270248" y="245059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2300×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709160" y="1188720"/>
            <a:ext cx="3931920" cy="3520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5780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读取 VOC · 翻译为 CTQ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搜索 6 大专利数据库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5780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逐篇阅读完整文本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绘制空白区域 · 推荐 DOE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5780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+ 设计 PPT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5780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知识累积 · 越用越聪明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分钟 · 知识累积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将 VOC 翻译为 CTQ + 测试方法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4114800" cy="1463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45720" cy="1463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 (VOC)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"我们需要一款钛合金骨植入材料，能促进骨整合，耐循环载荷磨损，15 年以上不释放有毒离子，可 3D 打印为患者特异性几何形状。"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794760" cy="1463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2588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输出：CTQ + 测试方法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弹性模量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60920" y="15544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磨损率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029200" y="1920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细胞活性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60920" y="1920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0" y="21031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离子释放 &lt; 10 ppb/90d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60920" y="21031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疲劳寿命 &gt; 10⁷ 次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6092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可打印 · 密度 &gt; 99.5%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60920" y="24688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μCT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竞品情报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识别商业产品和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竞争对手专利组合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0604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0604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基准分析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比较所有方案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性能数据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0916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1" name="Shape 29"/>
          <p:cNvSpPr/>
          <p:nvPr/>
        </p:nvSpPr>
        <p:spPr>
          <a:xfrm>
            <a:off x="470916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空白区域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发现没人解决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的问题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5" name="Shape 33"/>
          <p:cNvSpPr/>
          <p:nvPr/>
        </p:nvSpPr>
        <p:spPr>
          <a:xfrm>
            <a:off x="681228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 X 排序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哪些输入变量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真正驱动 CTQ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绘制竞争格局 + 识别空白区域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161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2161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打印 Ti 支架 + HA 涂层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获批 · 10 年临床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49047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模量仍为骨骼 3 倍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69164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71907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捷迈邦美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17190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58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钽气相沉积 · 80% 孔隙率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60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骨样弹性模量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钽昂贵 · 不可打印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02920" y="219456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19456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2219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20240" y="22219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858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β-Ti 合金 · 低模量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860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· ISO 10993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249631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无增材制造认证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02920" y="269748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69748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27249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中科院金属所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20240" y="272491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58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降毒性 · Sn 增强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2860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低成本 · 好生物相容性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99923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尚无临床转化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154680" cy="20116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空白区域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715000" y="1828800"/>
            <a:ext cx="1097280" cy="0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没有产品同时结合低模量 β-Ti 合金 + 增材制造可打印性 + 生物活性涂层。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715000" y="24231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降低离子释放的效果已被证实——但没有人同时优化 Zr + Ta + Sn 用于 3D 打印。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从每篇专利中提取 X-Y 关系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完整文本：Abstract + Claims + Description。证据分级。交叉引用。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53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变量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3533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结果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353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3533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来源专利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353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置信度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824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6824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弹性模量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682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对比实验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682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719072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0" y="16824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11680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066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066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离子释放 ↓ 60% (90d)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0665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0665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03120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20665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395728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扩散硬化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磨损率 ↓ 3×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50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4871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779776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346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骨长入 ↑ 65% (12wk)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组织形态学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71216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0" y="2834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63824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186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拉伸强度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18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186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55264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45" name="Text 43"/>
          <p:cNvSpPr/>
          <p:nvPr/>
        </p:nvSpPr>
        <p:spPr>
          <a:xfrm>
            <a:off x="7680960" y="3218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47872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3602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时效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602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相体积分数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602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TEM+XRD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9312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6027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设计第 1 和第 2 轮 DOE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基于专利证据、空白区域和关键 X 排序——AI 推荐先测什么。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 1 轮 DOE · 筛选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部分因子 2⁴⁻¹ · Resolution IV ·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566160" cy="18288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18470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0391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含量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039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主导模量因素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含量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4231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主导生物相容性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含量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2807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强度 + 增材兼容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1912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时效温度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191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相优化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1" name="Shape 29"/>
          <p:cNvSpPr/>
          <p:nvPr/>
        </p:nvSpPr>
        <p:spPr>
          <a:xfrm>
            <a:off x="4663440" y="123444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 2 轮 DOE · 优化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中心复合 · 2 因子 · α=1.414 · 8 runs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4632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筛选后确定前 2 个主导因子（可能是 Nb + Zr），用响应面法优化最佳区域。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423160"/>
            <a:ext cx="3566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响应面等高线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846320" y="26060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37" name="Shape 35"/>
          <p:cNvSpPr/>
          <p:nvPr/>
        </p:nvSpPr>
        <p:spPr>
          <a:xfrm>
            <a:off x="5559552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9" name="Shape 37"/>
          <p:cNvSpPr/>
          <p:nvPr/>
        </p:nvSpPr>
        <p:spPr>
          <a:xfrm>
            <a:off x="6986016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0" name="Shape 38"/>
          <p:cNvSpPr/>
          <p:nvPr/>
        </p:nvSpPr>
        <p:spPr>
          <a:xfrm>
            <a:off x="7699248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1" name="Shape 39"/>
          <p:cNvSpPr/>
          <p:nvPr/>
        </p:nvSpPr>
        <p:spPr>
          <a:xfrm>
            <a:off x="4846320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3" name="Shape 41"/>
          <p:cNvSpPr/>
          <p:nvPr/>
        </p:nvSpPr>
        <p:spPr>
          <a:xfrm>
            <a:off x="6272784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86016" y="30175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6" name="Shape 44"/>
          <p:cNvSpPr/>
          <p:nvPr/>
        </p:nvSpPr>
        <p:spPr>
          <a:xfrm>
            <a:off x="4846320" y="342900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7" name="Shape 45"/>
          <p:cNvSpPr/>
          <p:nvPr/>
        </p:nvSpPr>
        <p:spPr>
          <a:xfrm>
            <a:off x="5559552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8" name="Shape 46"/>
          <p:cNvSpPr/>
          <p:nvPr/>
        </p:nvSpPr>
        <p:spPr>
          <a:xfrm>
            <a:off x="6272784" y="34290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9" name="Shape 47"/>
          <p:cNvSpPr/>
          <p:nvPr/>
        </p:nvSpPr>
        <p:spPr>
          <a:xfrm>
            <a:off x="6986016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699248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1" name="Shape 49"/>
          <p:cNvSpPr/>
          <p:nvPr/>
        </p:nvSpPr>
        <p:spPr>
          <a:xfrm>
            <a:off x="4846320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2" name="Shape 50"/>
          <p:cNvSpPr/>
          <p:nvPr/>
        </p:nvSpPr>
        <p:spPr>
          <a:xfrm>
            <a:off x="5559552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3" name="Shape 51"/>
          <p:cNvSpPr/>
          <p:nvPr/>
        </p:nvSpPr>
        <p:spPr>
          <a:xfrm>
            <a:off x="6272784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4" name="Shape 52"/>
          <p:cNvSpPr/>
          <p:nvPr/>
        </p:nvSpPr>
        <p:spPr>
          <a:xfrm>
            <a:off x="6986016" y="38404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5" name="Shape 53"/>
          <p:cNvSpPr/>
          <p:nvPr/>
        </p:nvSpPr>
        <p:spPr>
          <a:xfrm>
            <a:off x="7699248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" y="4407408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46320" y="4407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你来跑实验。AI 分析 DOE 数据。模型更新。反馈结果——知识跨项目累积。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↔ SPC Platform · 闭环研发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告诉你要测什么。SPC Platform 告诉你发生了什么。反馈回去——AI 设计下一轮。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输入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 DOE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专利证据驱动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运行实验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你来执行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分析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主效应 · 响应面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291840" y="315468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1546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意愿优化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多响应优化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08076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轮 DOE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优化设计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4526280"/>
            <a:ext cx="8138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4617720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两个开源仓库。一个闭环。github.com/newbison/AI_CHEMIST · github.com/newbison/spc-batch-monitor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技术栈（仅此一页）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你不需要理解这些。但严谨性是真实的。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引擎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上下文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一次处理 50+ 篇完整专利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 · 实时可见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 L0-L5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207K 字符 · 52K tokens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专利管道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大数据库并行搜索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被墙自动回退下一源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每篇提取 10K+ 字符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每个专利号可追溯原文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 Word · Markdown · PPTX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MIT License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这不是文献工具。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56032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3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 AI 原生研发。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140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688336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633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852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从专利中提取 X-Y · 证据分级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0723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2918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5112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85616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人在回路中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48056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为每一家材料公司，从创业公司到全球企业。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AI 原生研发平台 — 为全球材料企业而建</dc:title>
  <dc:subject>PptxGenJS Presentation</dc:subject>
  <dc:creator>FORGE AI</dc:creator>
  <cp:lastModifiedBy>FORGE AI</cp:lastModifiedBy>
  <cp:revision>1</cp:revision>
  <dcterms:created xsi:type="dcterms:W3CDTF">2026-06-20T12:22:35Z</dcterms:created>
  <dcterms:modified xsi:type="dcterms:W3CDTF">2026-06-20T12:22:35Z</dcterms:modified>
</cp:coreProperties>
</file>